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Parasoft results from four completed scans. The SonarQube code column is unavailable (403, not entitled) and is never presented as a detection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evaluation/COMPARISON_REPORT.md, DETECTION_MATRIX.csv and the Parasoft findings exports in github.com/zuwasi/parasoft-vs-sonarqube-threadx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zuwasi/parasoft-vs-sonarqube-threadx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>
            <a:hlinkClick r:id="rId2" tooltip="Open the public ThreadX static-analysis repository"/>
          </p:cNvPr>
          <p:cNvSpPr/>
          <p:nvPr/>
        </p:nvSpPr>
        <p:spPr>
          <a:xfrm>
            <a:off x="381000" y="6362700"/>
            <a:ext cx="5969000" cy="1905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1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2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anie\tmp\newdeck\images\slide-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ESL — Engineering Software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analysis on C code with 50 known defects</dc:title>
  <dc:subject>Parasoft C/C++test vs SonarQube CLI on 50 planted ThreadX Win32 defects</dc:subject>
  <dc:creator>Daniel Liezrowice — ESL (Engineering Software Lab)</dc:creator>
  <cp:lastModifiedBy>Daniel Liezrowice — ESL (Engineering Software Lab)</cp:lastModifiedBy>
  <cp:revision>1</cp:revision>
  <dcterms:created xsi:type="dcterms:W3CDTF">2026-10-11T11:39:24Z</dcterms:created>
  <dcterms:modified xsi:type="dcterms:W3CDTF">2026-10-11T11:39:24Z</dcterms:modified>
</cp:coreProperties>
</file>