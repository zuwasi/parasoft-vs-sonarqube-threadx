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MOCK-UP ONLY. SonarQube CLI code analysis did not run. These aggregate numbers are hypothetical and are computed only by applying the stated 30% FP/FN assumption to the observed Parasoft baseline.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MOCK-UP ONLY. SonarQube CLI code analysis did not run. These aggregate numbers are hypothetical and are computed only by applying the stated 30% FP/FN assumption to the observed Parasoft baseline.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zuwasi/parasoft-vs-sonarqube-threadx" TargetMode="External"/><Relationship Id="rId1" Type="http://schemas.openxmlformats.org/officeDocument/2006/relationships/image" Target="../media/image-16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D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danie\tmp\threadx-sonarqube-slide-images\slide-0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1D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danie\tmp\threadx-sonarqube-slide-images\slide-0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1D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danie\tmp\threadx-sonarqube-slide-images\slide-0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1D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danie\tmp\threadx-sonarqube-slide-images\slide-0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1D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danie\tmp\threadx-sonarqube-slide-images\slide-0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1D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danie\tmp\threadx-sonarqube-slide-images\slide-0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1D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danie\tmp\threadx-sonarqube-slide-images\slide-07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1D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danie\tmp\threadx-sonarqube-slide-images\slide-0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1D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danie\tmp\threadx-sonarqube-slide-images\slide-09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1D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danie\tmp\threadx-sonarqube-slide-images\slide-1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1D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danie\tmp\threadx-sonarqube-slide-images\slide-1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1D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danie\tmp\threadx-sonarqube-slide-images\slide-1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A1D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danie\tmp\threadx-sonarqube-slide-images\slide-1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A1D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danie\tmp\threadx-sonarqube-slide-images\slide-1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A1D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danie\tmp\threadx-sonarqube-slide-images\slide-1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A1D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danie\tmp\threadx-sonarqube-slide-images\slide-1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hape 0">
            <a:hlinkClick r:id="rId2" tooltip="Open public ThreadX static-analysis repository"/>
          </p:cNvPr>
          <p:cNvSpPr/>
          <p:nvPr/>
        </p:nvSpPr>
        <p:spPr>
          <a:xfrm>
            <a:off x="6382512" y="4480560"/>
            <a:ext cx="3337560" cy="429768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A1D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danie\tmp\threadx-sonarqube-slide-images\slide-17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A1D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danie\tmp\threadx-sonarqube-slide-images\slide-1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Independent evaluation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ThreadX Static-Analysis Shootout: Parasoft vs SonarQube CLI</dc:title>
  <dc:subject>Observed Parasoft results and a clearly labeled hypothetical SonarQube CLI scenario</dc:subject>
  <dc:creator>ThreadX Static-Analysis Evaluation</dc:creator>
  <cp:lastModifiedBy>ThreadX Static-Analysis Evaluation</cp:lastModifiedBy>
  <cp:revision>1</cp:revision>
  <dcterms:created xsi:type="dcterms:W3CDTF">2026-10-11T06:49:04Z</dcterms:created>
  <dcterms:modified xsi:type="dcterms:W3CDTF">2026-10-11T06:49:04Z</dcterms:modified>
</cp:coreProperties>
</file>